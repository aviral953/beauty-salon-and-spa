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8" r:id="rId8"/>
    <p:sldId id="269" r:id="rId9"/>
    <p:sldId id="261" r:id="rId10"/>
    <p:sldId id="262" r:id="rId11"/>
    <p:sldId id="263" r:id="rId12"/>
    <p:sldId id="264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21948B-AF2A-4446-A261-04147A1C72B4}" v="3" dt="2025-12-07T12:10:13.4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4870E-5129-2E46-D5B0-AC0D91EB4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0"/>
            <a:ext cx="8637073" cy="2094271"/>
          </a:xfrm>
        </p:spPr>
        <p:txBody>
          <a:bodyPr>
            <a:normAutofit/>
          </a:bodyPr>
          <a:lstStyle/>
          <a:p>
            <a:r>
              <a:rPr lang="en-US" dirty="0"/>
              <a:t>Beauty salon or spa       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4F7E3D-044C-09E4-6D6D-9E485A43F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02" y="5743462"/>
            <a:ext cx="8637072" cy="977621"/>
          </a:xfrm>
        </p:spPr>
        <p:txBody>
          <a:bodyPr/>
          <a:lstStyle/>
          <a:p>
            <a:r>
              <a:rPr lang="en-US" dirty="0"/>
              <a:t>By AVIRAL PAL</a:t>
            </a:r>
          </a:p>
        </p:txBody>
      </p:sp>
    </p:spTree>
    <p:extLst>
      <p:ext uri="{BB962C8B-B14F-4D97-AF65-F5344CB8AC3E}">
        <p14:creationId xmlns:p14="http://schemas.microsoft.com/office/powerpoint/2010/main" val="623842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B975666-5D3D-491F-1B93-F6CBE1D62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1153" y="218110"/>
            <a:ext cx="9603275" cy="1049235"/>
          </a:xfrm>
        </p:spPr>
        <p:txBody>
          <a:bodyPr/>
          <a:lstStyle/>
          <a:p>
            <a:r>
              <a:rPr lang="en-US" dirty="0"/>
              <a:t>CODE FOR WEBSITE</a:t>
            </a:r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11BC175-8D77-3899-295B-0E6FD523FAF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865188"/>
            <a:ext cx="12476163" cy="5362575"/>
          </a:xfrm>
        </p:spPr>
      </p:pic>
    </p:spTree>
    <p:extLst>
      <p:ext uri="{BB962C8B-B14F-4D97-AF65-F5344CB8AC3E}">
        <p14:creationId xmlns:p14="http://schemas.microsoft.com/office/powerpoint/2010/main" val="1475977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95D3529-66E9-712A-84D5-5634D3FC0D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8026" y="403164"/>
            <a:ext cx="10107561" cy="5623038"/>
          </a:xfrm>
        </p:spPr>
      </p:pic>
    </p:spTree>
    <p:extLst>
      <p:ext uri="{BB962C8B-B14F-4D97-AF65-F5344CB8AC3E}">
        <p14:creationId xmlns:p14="http://schemas.microsoft.com/office/powerpoint/2010/main" val="1681394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6F07813-B8EF-B49F-1A6D-3A7F252883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0710" y="0"/>
            <a:ext cx="10510683" cy="5761703"/>
          </a:xfrm>
        </p:spPr>
      </p:pic>
    </p:spTree>
    <p:extLst>
      <p:ext uri="{BB962C8B-B14F-4D97-AF65-F5344CB8AC3E}">
        <p14:creationId xmlns:p14="http://schemas.microsoft.com/office/powerpoint/2010/main" val="518334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3CF5302-907E-5481-3787-14250B2AF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4568" y="383970"/>
            <a:ext cx="10432025" cy="5771023"/>
          </a:xfrm>
        </p:spPr>
      </p:pic>
    </p:spTree>
    <p:extLst>
      <p:ext uri="{BB962C8B-B14F-4D97-AF65-F5344CB8AC3E}">
        <p14:creationId xmlns:p14="http://schemas.microsoft.com/office/powerpoint/2010/main" val="3677422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0E6FB9F-C4BF-7741-C039-A254C111FA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5845" y="314633"/>
            <a:ext cx="9802761" cy="5141298"/>
          </a:xfrm>
        </p:spPr>
      </p:pic>
    </p:spTree>
    <p:extLst>
      <p:ext uri="{BB962C8B-B14F-4D97-AF65-F5344CB8AC3E}">
        <p14:creationId xmlns:p14="http://schemas.microsoft.com/office/powerpoint/2010/main" val="4068404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C12C6CB-DB48-73D8-4E01-539167EECE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3852" y="48382"/>
            <a:ext cx="10316817" cy="5417381"/>
          </a:xfrm>
        </p:spPr>
      </p:pic>
    </p:spTree>
    <p:extLst>
      <p:ext uri="{BB962C8B-B14F-4D97-AF65-F5344CB8AC3E}">
        <p14:creationId xmlns:p14="http://schemas.microsoft.com/office/powerpoint/2010/main" val="825258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BDF0B-3054-9721-37EE-D618DE479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 shot of a computer error&#10;&#10;AI-generated content may be incorrect.">
            <a:extLst>
              <a:ext uri="{FF2B5EF4-FFF2-40B4-BE49-F238E27FC236}">
                <a16:creationId xmlns:a16="http://schemas.microsoft.com/office/drawing/2014/main" id="{8934E1C0-25E9-CA3D-3296-9A7FD9553E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3474" y="675861"/>
            <a:ext cx="10605052" cy="4203506"/>
          </a:xfrm>
        </p:spPr>
      </p:pic>
    </p:spTree>
    <p:extLst>
      <p:ext uri="{BB962C8B-B14F-4D97-AF65-F5344CB8AC3E}">
        <p14:creationId xmlns:p14="http://schemas.microsoft.com/office/powerpoint/2010/main" val="2524461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uter screen with text on it&#10;&#10;AI-generated content may be incorrect.">
            <a:extLst>
              <a:ext uri="{FF2B5EF4-FFF2-40B4-BE49-F238E27FC236}">
                <a16:creationId xmlns:a16="http://schemas.microsoft.com/office/drawing/2014/main" id="{F01CF264-CAB0-9F6E-C4E5-90406F5069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9536" y="0"/>
            <a:ext cx="10323870" cy="6046839"/>
          </a:xfrm>
        </p:spPr>
      </p:pic>
    </p:spTree>
    <p:extLst>
      <p:ext uri="{BB962C8B-B14F-4D97-AF65-F5344CB8AC3E}">
        <p14:creationId xmlns:p14="http://schemas.microsoft.com/office/powerpoint/2010/main" val="2301152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beauty salon&#10;&#10;AI-generated content may be incorrect.">
            <a:extLst>
              <a:ext uri="{FF2B5EF4-FFF2-40B4-BE49-F238E27FC236}">
                <a16:creationId xmlns:a16="http://schemas.microsoft.com/office/drawing/2014/main" id="{B87143CE-1D99-BA1F-AEAA-F8AE43D794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270" y="347871"/>
            <a:ext cx="11976652" cy="5177528"/>
          </a:xfrm>
        </p:spPr>
      </p:pic>
    </p:spTree>
    <p:extLst>
      <p:ext uri="{BB962C8B-B14F-4D97-AF65-F5344CB8AC3E}">
        <p14:creationId xmlns:p14="http://schemas.microsoft.com/office/powerpoint/2010/main" val="1268656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people looking at the camera&#10;&#10;AI-generated content may be incorrect.">
            <a:extLst>
              <a:ext uri="{FF2B5EF4-FFF2-40B4-BE49-F238E27FC236}">
                <a16:creationId xmlns:a16="http://schemas.microsoft.com/office/drawing/2014/main" id="{ECBD5684-AD7E-44BB-B1AC-28B652C251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3791" y="367747"/>
            <a:ext cx="10764079" cy="5286859"/>
          </a:xfrm>
        </p:spPr>
      </p:pic>
    </p:spTree>
    <p:extLst>
      <p:ext uri="{BB962C8B-B14F-4D97-AF65-F5344CB8AC3E}">
        <p14:creationId xmlns:p14="http://schemas.microsoft.com/office/powerpoint/2010/main" val="892919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97A68A8A-E288-FFFB-A4C6-D75E7C3DE7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2391" y="248478"/>
            <a:ext cx="9998766" cy="5217285"/>
          </a:xfrm>
        </p:spPr>
      </p:pic>
    </p:spTree>
    <p:extLst>
      <p:ext uri="{BB962C8B-B14F-4D97-AF65-F5344CB8AC3E}">
        <p14:creationId xmlns:p14="http://schemas.microsoft.com/office/powerpoint/2010/main" val="4203470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D83F9-622E-6D05-72E1-039E8B84F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443" y="477078"/>
            <a:ext cx="9494411" cy="2822713"/>
          </a:xfrm>
        </p:spPr>
        <p:txBody>
          <a:bodyPr>
            <a:normAutofit/>
          </a:bodyPr>
          <a:lstStyle/>
          <a:p>
            <a:r>
              <a:rPr lang="en-US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7478214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{A1279629-10C3-45A8-9514-AF4296AA91FE}TFc986dd65-aaf0-4d5c-bef9-9c391ee05f7b738e0fce-4a319d133af4</Template>
  <TotalTime>89</TotalTime>
  <Words>12</Words>
  <Application>Microsoft Office PowerPoint</Application>
  <PresentationFormat>Widescreen</PresentationFormat>
  <Paragraphs>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Gallery</vt:lpstr>
      <vt:lpstr>Beauty salon or spa         </vt:lpstr>
      <vt:lpstr>CODE FOR WEBSITE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kumar</dc:creator>
  <cp:lastModifiedBy>Deepak kumar</cp:lastModifiedBy>
  <cp:revision>2</cp:revision>
  <dcterms:created xsi:type="dcterms:W3CDTF">2025-12-07T10:41:31Z</dcterms:created>
  <dcterms:modified xsi:type="dcterms:W3CDTF">2025-12-07T12:10:48Z</dcterms:modified>
</cp:coreProperties>
</file>